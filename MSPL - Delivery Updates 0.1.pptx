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3"/>
  </p:notesMasterIdLst>
  <p:sldIdLst>
    <p:sldId id="259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8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13E966-BC58-4C28-976E-B0ECC748D6FB}" type="datetimeFigureOut">
              <a:rPr lang="en-IN" smtClean="0"/>
              <a:t>08-11-2022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1AEBB0-CB2F-4B19-9DC8-5F998D39BA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41254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8DFD24F8-8F0E-4937-8D8C-5733F7E11C2C}" type="datetimeFigureOut">
              <a:rPr lang="en-IN" smtClean="0"/>
              <a:t>08-11-2022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BF576F49-DE6C-4CF7-8680-C04584BFDF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420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D24F8-8F0E-4937-8D8C-5733F7E11C2C}" type="datetimeFigureOut">
              <a:rPr lang="en-IN" smtClean="0"/>
              <a:t>08-11-2022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76F49-DE6C-4CF7-8680-C04584BFDF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8018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D24F8-8F0E-4937-8D8C-5733F7E11C2C}" type="datetimeFigureOut">
              <a:rPr lang="en-IN" smtClean="0"/>
              <a:t>08-11-2022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76F49-DE6C-4CF7-8680-C04584BFDF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5243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D24F8-8F0E-4937-8D8C-5733F7E11C2C}" type="datetimeFigureOut">
              <a:rPr lang="en-IN" smtClean="0"/>
              <a:t>08-11-2022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76F49-DE6C-4CF7-8680-C04584BFDF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9786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D24F8-8F0E-4937-8D8C-5733F7E11C2C}" type="datetimeFigureOut">
              <a:rPr lang="en-IN" smtClean="0"/>
              <a:t>08-11-2022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76F49-DE6C-4CF7-8680-C04584BFDF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3109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D24F8-8F0E-4937-8D8C-5733F7E11C2C}" type="datetimeFigureOut">
              <a:rPr lang="en-IN" smtClean="0"/>
              <a:t>08-11-2022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76F49-DE6C-4CF7-8680-C04584BFDF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451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D24F8-8F0E-4937-8D8C-5733F7E11C2C}" type="datetimeFigureOut">
              <a:rPr lang="en-IN" smtClean="0"/>
              <a:t>08-11-2022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76F49-DE6C-4CF7-8680-C04584BFDF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5514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D24F8-8F0E-4937-8D8C-5733F7E11C2C}" type="datetimeFigureOut">
              <a:rPr lang="en-IN" smtClean="0"/>
              <a:t>08-11-2022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76F49-DE6C-4CF7-8680-C04584BFDF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7905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D24F8-8F0E-4937-8D8C-5733F7E11C2C}" type="datetimeFigureOut">
              <a:rPr lang="en-IN" smtClean="0"/>
              <a:t>08-11-2022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76F49-DE6C-4CF7-8680-C04584BFDF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0538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D24F8-8F0E-4937-8D8C-5733F7E11C2C}" type="datetimeFigureOut">
              <a:rPr lang="en-IN" smtClean="0"/>
              <a:t>08-11-2022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76F49-DE6C-4CF7-8680-C04584BFDF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1077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D24F8-8F0E-4937-8D8C-5733F7E11C2C}" type="datetimeFigureOut">
              <a:rPr lang="en-IN" smtClean="0"/>
              <a:t>08-11-2022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76F49-DE6C-4CF7-8680-C04584BFDF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28175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D24F8-8F0E-4937-8D8C-5733F7E11C2C}" type="datetimeFigureOut">
              <a:rPr lang="en-IN" smtClean="0"/>
              <a:t>08-11-2022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76F49-DE6C-4CF7-8680-C04584BFDF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99669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D24F8-8F0E-4937-8D8C-5733F7E11C2C}" type="datetimeFigureOut">
              <a:rPr lang="en-IN" smtClean="0"/>
              <a:t>08-11-2022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76F49-DE6C-4CF7-8680-C04584BFDF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39067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D24F8-8F0E-4937-8D8C-5733F7E11C2C}" type="datetimeFigureOut">
              <a:rPr lang="en-IN" smtClean="0"/>
              <a:t>08-11-2022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76F49-DE6C-4CF7-8680-C04584BFDF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42783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D24F8-8F0E-4937-8D8C-5733F7E11C2C}" type="datetimeFigureOut">
              <a:rPr lang="en-IN" smtClean="0"/>
              <a:t>08-11-2022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76F49-DE6C-4CF7-8680-C04584BFDF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30868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D24F8-8F0E-4937-8D8C-5733F7E11C2C}" type="datetimeFigureOut">
              <a:rPr lang="en-IN" smtClean="0"/>
              <a:t>08-11-2022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76F49-DE6C-4CF7-8680-C04584BFDFA5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2175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D24F8-8F0E-4937-8D8C-5733F7E11C2C}" type="datetimeFigureOut">
              <a:rPr lang="en-IN" smtClean="0"/>
              <a:t>08-11-2022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76F49-DE6C-4CF7-8680-C04584BFDF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048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DFD24F8-8F0E-4937-8D8C-5733F7E11C2C}" type="datetimeFigureOut">
              <a:rPr lang="en-IN" smtClean="0"/>
              <a:t>08-11-2022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F576F49-DE6C-4CF7-8680-C04584BFDF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9069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EA959-5829-4238-92C3-797576322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737" y="108856"/>
            <a:ext cx="9781097" cy="587829"/>
          </a:xfrm>
        </p:spPr>
        <p:txBody>
          <a:bodyPr>
            <a:normAutofit fontScale="90000"/>
          </a:bodyPr>
          <a:lstStyle/>
          <a:p>
            <a:r>
              <a:rPr lang="en-IN" dirty="0"/>
              <a:t>BD GSSP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809362-6866-4BBD-A63C-EF259DE09F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016500"/>
            <a:ext cx="8946541" cy="523190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312CDA-B7F0-4C21-BF2A-A9A8C47A9A3F}"/>
              </a:ext>
            </a:extLst>
          </p:cNvPr>
          <p:cNvSpPr/>
          <p:nvPr/>
        </p:nvSpPr>
        <p:spPr>
          <a:xfrm>
            <a:off x="2312720" y="821587"/>
            <a:ext cx="3260084" cy="2638995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DEF7475-1035-433F-997D-4DDE66E5400E}"/>
              </a:ext>
            </a:extLst>
          </p:cNvPr>
          <p:cNvSpPr txBox="1">
            <a:spLocks/>
          </p:cNvSpPr>
          <p:nvPr/>
        </p:nvSpPr>
        <p:spPr>
          <a:xfrm>
            <a:off x="4140802" y="1103586"/>
            <a:ext cx="8946541" cy="51448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2CA474-E28D-4A7C-B611-E294889918CD}"/>
              </a:ext>
            </a:extLst>
          </p:cNvPr>
          <p:cNvSpPr/>
          <p:nvPr/>
        </p:nvSpPr>
        <p:spPr>
          <a:xfrm>
            <a:off x="5600379" y="820674"/>
            <a:ext cx="3639957" cy="264562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828E65-358B-472E-AEF3-F7784A5F557E}"/>
              </a:ext>
            </a:extLst>
          </p:cNvPr>
          <p:cNvSpPr/>
          <p:nvPr/>
        </p:nvSpPr>
        <p:spPr>
          <a:xfrm>
            <a:off x="2312720" y="3501575"/>
            <a:ext cx="3260084" cy="2586673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D95EB4-4EF2-48ED-B917-7BC5BA86CDA3}"/>
              </a:ext>
            </a:extLst>
          </p:cNvPr>
          <p:cNvSpPr/>
          <p:nvPr/>
        </p:nvSpPr>
        <p:spPr>
          <a:xfrm>
            <a:off x="5580907" y="3460582"/>
            <a:ext cx="3659427" cy="2616398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1ED2D9A-25C4-42E3-8FC4-8EFFF33EC69D}"/>
              </a:ext>
            </a:extLst>
          </p:cNvPr>
          <p:cNvCxnSpPr>
            <a:cxnSpLocks/>
          </p:cNvCxnSpPr>
          <p:nvPr/>
        </p:nvCxnSpPr>
        <p:spPr>
          <a:xfrm>
            <a:off x="5583350" y="1464002"/>
            <a:ext cx="17029" cy="4252562"/>
          </a:xfrm>
          <a:prstGeom prst="straightConnector1">
            <a:avLst/>
          </a:prstGeom>
          <a:ln w="53975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26FC81E-0CE7-40EA-821E-01DC58E346DA}"/>
              </a:ext>
            </a:extLst>
          </p:cNvPr>
          <p:cNvCxnSpPr>
            <a:cxnSpLocks/>
          </p:cNvCxnSpPr>
          <p:nvPr/>
        </p:nvCxnSpPr>
        <p:spPr>
          <a:xfrm>
            <a:off x="2976680" y="3486874"/>
            <a:ext cx="5518531" cy="0"/>
          </a:xfrm>
          <a:prstGeom prst="straightConnector1">
            <a:avLst/>
          </a:prstGeom>
          <a:ln w="53975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A0F892AB-D044-41F3-9430-15368BE71843}"/>
              </a:ext>
            </a:extLst>
          </p:cNvPr>
          <p:cNvSpPr txBox="1"/>
          <p:nvPr/>
        </p:nvSpPr>
        <p:spPr>
          <a:xfrm>
            <a:off x="2340296" y="820674"/>
            <a:ext cx="3206302" cy="2754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1100" b="1" dirty="0">
                <a:solidFill>
                  <a:schemeClr val="bg1"/>
                </a:solidFill>
                <a:latin typeface="Calibri" panose="020F0502020204030204" pitchFamily="34" charset="0"/>
              </a:rPr>
              <a:t>WORK PRODUCTS</a:t>
            </a:r>
          </a:p>
          <a:p>
            <a:pPr algn="l"/>
            <a:endParaRPr lang="en-IN" sz="900" dirty="0">
              <a:solidFill>
                <a:schemeClr val="bg1"/>
              </a:solidFill>
              <a:latin typeface="Calibri" panose="020F0502020204030204" pitchFamily="34" charset="0"/>
            </a:endParaRPr>
          </a:p>
          <a:p>
            <a:pPr marL="171450" lvl="0" indent="-171450">
              <a:buFont typeface="Wingdings" panose="05000000000000000000" pitchFamily="2" charset="2"/>
              <a:buChar char="v"/>
            </a:pPr>
            <a:r>
              <a:rPr lang="en-IN" sz="9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Setting up the product in the GSSP application and Testing:</a:t>
            </a:r>
            <a:endParaRPr lang="en-IN" sz="9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9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Configure Illustrations – Insured Details, Product Info, Coverages, Riders and Quote Summary.</a:t>
            </a:r>
            <a:endParaRPr lang="en-IN" sz="9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9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Configure Applications – Beneficiary, Insured Details, Underwriting Questions, Payments, Application Summary</a:t>
            </a:r>
            <a:endParaRPr lang="en-IN" sz="9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9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Setup Illustration and Application PDFs</a:t>
            </a:r>
            <a:endParaRPr lang="en-IN" sz="9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9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Testing in SIT and QA environments</a:t>
            </a:r>
            <a:endParaRPr lang="en-IN" sz="9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171450" lvl="0" indent="-171450">
              <a:buFont typeface="Wingdings" panose="05000000000000000000" pitchFamily="2" charset="2"/>
              <a:buChar char="v"/>
            </a:pPr>
            <a:r>
              <a:rPr lang="en-IN" sz="9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Working </a:t>
            </a:r>
            <a:r>
              <a:rPr lang="en-IN" sz="900" dirty="0">
                <a:solidFill>
                  <a:schemeClr val="bg1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on the following CRs 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9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Address Issue – Introduce ‘Other’ option for the user when the desired entry is not found in the dropdown.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9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Bonu</a:t>
            </a:r>
            <a:r>
              <a:rPr lang="en-IN" sz="9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s Rate Change – Change the bonus rate table  and test the changes.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9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F</a:t>
            </a:r>
            <a:r>
              <a:rPr lang="en-IN" sz="9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AQ content – Introduce FAQ section in the GSSP application and add ‘</a:t>
            </a:r>
            <a:r>
              <a:rPr lang="en-IN" sz="9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Helo</a:t>
            </a:r>
            <a:r>
              <a:rPr lang="en-IN" sz="9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Bima</a:t>
            </a:r>
            <a:r>
              <a:rPr lang="en-IN" sz="9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’ content.</a:t>
            </a:r>
            <a:endParaRPr lang="en-IN" sz="9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IN" sz="900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36D64C9-D9DA-4A8E-9879-BC13587A85A5}"/>
              </a:ext>
            </a:extLst>
          </p:cNvPr>
          <p:cNvSpPr txBox="1"/>
          <p:nvPr/>
        </p:nvSpPr>
        <p:spPr>
          <a:xfrm>
            <a:off x="5735945" y="882766"/>
            <a:ext cx="3260084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b="1" dirty="0">
                <a:solidFill>
                  <a:schemeClr val="bg1"/>
                </a:solidFill>
              </a:rPr>
              <a:t>CURRENT STATUS (AS OF Nov 8, 2022)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endParaRPr lang="en-IN" sz="1100" b="1" dirty="0">
              <a:solidFill>
                <a:schemeClr val="bg1"/>
              </a:solidFill>
            </a:endParaRPr>
          </a:p>
          <a:p>
            <a:pPr marL="171450" lvl="0" indent="-171450">
              <a:buFont typeface="Wingdings" panose="05000000000000000000" pitchFamily="2" charset="2"/>
              <a:buChar char="v"/>
            </a:pPr>
            <a:r>
              <a:rPr lang="en-IN" sz="9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New Product Testing in SIT (Capgemini)</a:t>
            </a:r>
            <a:endParaRPr lang="en-IN" sz="9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171450" lvl="0" indent="-171450">
              <a:buFont typeface="Wingdings" panose="05000000000000000000" pitchFamily="2" charset="2"/>
              <a:buChar char="v"/>
            </a:pPr>
            <a:r>
              <a:rPr lang="en-IN" sz="900" dirty="0">
                <a:solidFill>
                  <a:schemeClr val="bg1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N</a:t>
            </a:r>
            <a:r>
              <a:rPr lang="en-IN" sz="9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ew Product Testing in UAT (Bangladesh Business Team)</a:t>
            </a:r>
            <a:endParaRPr lang="en-IN" sz="9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171450" lvl="0" indent="-171450">
              <a:buFont typeface="Wingdings" panose="05000000000000000000" pitchFamily="2" charset="2"/>
              <a:buChar char="v"/>
            </a:pPr>
            <a:r>
              <a:rPr lang="en-IN" sz="9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New Product Defect Fixing and Defect Retesting (Capgemini)</a:t>
            </a:r>
            <a:endParaRPr lang="en-IN" sz="9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171450" lvl="0" indent="-171450">
              <a:buFont typeface="Wingdings" panose="05000000000000000000" pitchFamily="2" charset="2"/>
              <a:buChar char="v"/>
            </a:pPr>
            <a:r>
              <a:rPr lang="en-IN" sz="9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Fix complete for th</a:t>
            </a:r>
            <a:r>
              <a:rPr lang="en-IN" sz="900" dirty="0">
                <a:solidFill>
                  <a:schemeClr val="bg1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e CRs – Address, Bonus Rate and FAQ. Testing in Progress.</a:t>
            </a:r>
            <a:endParaRPr lang="en-IN" sz="9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IN" sz="900" dirty="0">
              <a:solidFill>
                <a:schemeClr val="bg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FABC8F8-C363-477F-801E-828C049231E8}"/>
              </a:ext>
            </a:extLst>
          </p:cNvPr>
          <p:cNvSpPr txBox="1"/>
          <p:nvPr/>
        </p:nvSpPr>
        <p:spPr>
          <a:xfrm>
            <a:off x="2392720" y="3686564"/>
            <a:ext cx="3136848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b="1" dirty="0">
                <a:solidFill>
                  <a:schemeClr val="bg1"/>
                </a:solidFill>
              </a:rPr>
              <a:t>GOOD PRACTICES:</a:t>
            </a:r>
          </a:p>
          <a:p>
            <a:endParaRPr lang="en-IN" sz="1100" b="1" dirty="0">
              <a:solidFill>
                <a:schemeClr val="bg1"/>
              </a:solidFill>
            </a:endParaRPr>
          </a:p>
          <a:p>
            <a:pPr marL="171450" lvl="0" indent="-171450">
              <a:buFont typeface="Wingdings" panose="05000000000000000000" pitchFamily="2" charset="2"/>
              <a:buChar char="v"/>
            </a:pPr>
            <a:r>
              <a:rPr lang="en-IN" sz="9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We discussed issues frequently so they could be resolved</a:t>
            </a:r>
            <a:endParaRPr lang="en-IN" sz="9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171450" lvl="0" indent="-171450">
              <a:buFont typeface="Wingdings" panose="05000000000000000000" pitchFamily="2" charset="2"/>
              <a:buChar char="v"/>
            </a:pPr>
            <a:r>
              <a:rPr lang="en-IN" sz="9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Followed Agile Practices – User story creations, Sprints, Daily Stand Ups etc..</a:t>
            </a:r>
            <a:endParaRPr lang="en-IN" sz="9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171450" lvl="0" indent="-171450">
              <a:buFont typeface="Wingdings" panose="05000000000000000000" pitchFamily="2" charset="2"/>
              <a:buChar char="v"/>
            </a:pPr>
            <a:r>
              <a:rPr lang="en-IN" sz="9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Business engagement is frequent and collaborative, increasing the chance of Successful implementation.</a:t>
            </a:r>
            <a:endParaRPr lang="en-IN" sz="9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171450" lvl="0" indent="-171450">
              <a:buFont typeface="Wingdings" panose="05000000000000000000" pitchFamily="2" charset="2"/>
              <a:buChar char="v"/>
            </a:pPr>
            <a:r>
              <a:rPr lang="en-IN" sz="9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All changes went through the change control process</a:t>
            </a:r>
            <a:endParaRPr lang="en-IN" sz="9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IN" sz="900" dirty="0">
              <a:solidFill>
                <a:schemeClr val="bg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A4543E6-27EA-478D-84E1-B66C34542195}"/>
              </a:ext>
            </a:extLst>
          </p:cNvPr>
          <p:cNvSpPr txBox="1"/>
          <p:nvPr/>
        </p:nvSpPr>
        <p:spPr>
          <a:xfrm>
            <a:off x="5762740" y="3612183"/>
            <a:ext cx="3260084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b="1" dirty="0">
                <a:solidFill>
                  <a:schemeClr val="bg1"/>
                </a:solidFill>
              </a:rPr>
              <a:t>CHALLENGES AND OVERCOMES</a:t>
            </a:r>
          </a:p>
          <a:p>
            <a:endParaRPr lang="en-IN" sz="900" dirty="0">
              <a:solidFill>
                <a:schemeClr val="bg1"/>
              </a:solidFill>
            </a:endParaRPr>
          </a:p>
          <a:p>
            <a:pPr marL="171450" lvl="0" indent="-171450">
              <a:buFont typeface="Wingdings" panose="05000000000000000000" pitchFamily="2" charset="2"/>
              <a:buChar char="v"/>
            </a:pPr>
            <a:r>
              <a:rPr lang="en-IN" sz="9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Team faced challenges during deployments in the initial phases which lead to slight delay in testing the product - Team spent extra time to learn the deployment process from the existing team and made sure the delay is moderate</a:t>
            </a:r>
            <a:endParaRPr lang="en-IN" sz="9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171450" lvl="0" indent="-171450">
              <a:buFont typeface="Wingdings" panose="05000000000000000000" pitchFamily="2" charset="2"/>
              <a:buChar char="v"/>
            </a:pPr>
            <a:r>
              <a:rPr lang="en-IN" sz="9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Two new resources were added after the transition – KT plan was created for the new resources, and it was followed diligently and made sure it did not impact the project schedules. </a:t>
            </a:r>
            <a:endParaRPr lang="en-IN" sz="9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r>
              <a:rPr lang="en-IN" sz="9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 </a:t>
            </a:r>
          </a:p>
          <a:p>
            <a:endParaRPr lang="en-IN" sz="900" dirty="0">
              <a:solidFill>
                <a:schemeClr val="bg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6A05DA3-14A8-4A89-B57A-194154238F75}"/>
              </a:ext>
            </a:extLst>
          </p:cNvPr>
          <p:cNvSpPr/>
          <p:nvPr/>
        </p:nvSpPr>
        <p:spPr>
          <a:xfrm>
            <a:off x="269737" y="783771"/>
            <a:ext cx="2042983" cy="530141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AAB6002-5EFB-456D-865B-1BDCB8037CDA}"/>
              </a:ext>
            </a:extLst>
          </p:cNvPr>
          <p:cNvSpPr txBox="1"/>
          <p:nvPr/>
        </p:nvSpPr>
        <p:spPr>
          <a:xfrm>
            <a:off x="375153" y="991035"/>
            <a:ext cx="1839453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1500" b="1" dirty="0">
              <a:latin typeface="Calibri" panose="020F0502020204030204" pitchFamily="34" charset="0"/>
            </a:endParaRPr>
          </a:p>
          <a:p>
            <a:pPr marL="171450" lvl="0" indent="-171450">
              <a:buFont typeface="Wingdings" panose="05000000000000000000" pitchFamily="2" charset="2"/>
              <a:buChar char="q"/>
            </a:pPr>
            <a:r>
              <a:rPr lang="en-IN" sz="1300" dirty="0">
                <a:solidFill>
                  <a:schemeClr val="bg1"/>
                </a:solidFill>
                <a:latin typeface="Calibri" panose="020F0502020204030204" pitchFamily="34" charset="0"/>
              </a:rPr>
              <a:t>Bangladesh Global Sales and Support Platform (BD GSSP)   </a:t>
            </a:r>
          </a:p>
          <a:p>
            <a:pPr marL="171450" lvl="0" indent="-171450">
              <a:buFont typeface="Wingdings" panose="05000000000000000000" pitchFamily="2" charset="2"/>
              <a:buChar char="q"/>
            </a:pPr>
            <a:endParaRPr lang="en-IN" sz="1300" dirty="0">
              <a:solidFill>
                <a:schemeClr val="bg1"/>
              </a:solidFill>
              <a:latin typeface="Calibri" panose="020F0502020204030204" pitchFamily="34" charset="0"/>
            </a:endParaRPr>
          </a:p>
          <a:p>
            <a:pPr marL="171450" lvl="0" indent="-171450">
              <a:buFont typeface="Wingdings" panose="05000000000000000000" pitchFamily="2" charset="2"/>
              <a:buChar char="q"/>
            </a:pPr>
            <a:r>
              <a:rPr lang="en-IN" sz="1300" dirty="0">
                <a:solidFill>
                  <a:schemeClr val="bg1"/>
                </a:solidFill>
                <a:latin typeface="Calibri" panose="020F0502020204030204" pitchFamily="34" charset="0"/>
              </a:rPr>
              <a:t>Plan to launch new </a:t>
            </a:r>
            <a:r>
              <a:rPr lang="en-IN" sz="13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product (My Child’s Education Protection Plan – MCEPP) into the market sometime in the month of November.</a:t>
            </a:r>
          </a:p>
          <a:p>
            <a:pPr marL="171450" lvl="0" indent="-171450">
              <a:buFont typeface="Wingdings" panose="05000000000000000000" pitchFamily="2" charset="2"/>
              <a:buChar char="q"/>
            </a:pPr>
            <a:endParaRPr lang="en-IN" sz="13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171450" lvl="0" indent="-171450">
              <a:buFont typeface="Wingdings" panose="05000000000000000000" pitchFamily="2" charset="2"/>
              <a:buChar char="q"/>
            </a:pPr>
            <a:r>
              <a:rPr lang="en-IN" sz="1300" dirty="0">
                <a:solidFill>
                  <a:schemeClr val="bg1"/>
                </a:solidFill>
                <a:latin typeface="Calibri" panose="020F0502020204030204" pitchFamily="34" charset="0"/>
              </a:rPr>
              <a:t>Planning to move high priority CRs in the next release (Nov 14) – Address Issue, Bonus Rates Change and Introduce FAQ content.</a:t>
            </a:r>
            <a:endParaRPr lang="en-IN" sz="900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8C517E7-EEA7-4E02-8514-AD063F4708D4}"/>
              </a:ext>
            </a:extLst>
          </p:cNvPr>
          <p:cNvSpPr/>
          <p:nvPr/>
        </p:nvSpPr>
        <p:spPr>
          <a:xfrm>
            <a:off x="9075585" y="783771"/>
            <a:ext cx="2457116" cy="530141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EDE59D0-F6DA-478B-AEE4-6AAB9EDC7969}"/>
              </a:ext>
            </a:extLst>
          </p:cNvPr>
          <p:cNvSpPr txBox="1"/>
          <p:nvPr/>
        </p:nvSpPr>
        <p:spPr>
          <a:xfrm>
            <a:off x="9139592" y="1016500"/>
            <a:ext cx="2119669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 dirty="0">
                <a:latin typeface="Calibri" panose="020F0502020204030204" pitchFamily="34" charset="0"/>
              </a:rPr>
              <a:t>FUTURE PLANS</a:t>
            </a:r>
          </a:p>
          <a:p>
            <a:endParaRPr lang="en-IN" sz="1500" dirty="0">
              <a:latin typeface="Calibri" panose="020F0502020204030204" pitchFamily="34" charset="0"/>
            </a:endParaRPr>
          </a:p>
          <a:p>
            <a:r>
              <a:rPr lang="en-IN" sz="13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Team will be working on existing prioritized CRs (currently there are 20 CRs pending) and any new Product Launches in future</a:t>
            </a:r>
            <a:endParaRPr lang="en-IN" sz="13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IN" sz="900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848178C-A22B-4562-92D7-F5D1BD761036}"/>
              </a:ext>
            </a:extLst>
          </p:cNvPr>
          <p:cNvSpPr txBox="1"/>
          <p:nvPr/>
        </p:nvSpPr>
        <p:spPr>
          <a:xfrm>
            <a:off x="9156532" y="3496014"/>
            <a:ext cx="2119669" cy="1769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 dirty="0">
                <a:latin typeface="Calibri" panose="020F0502020204030204" pitchFamily="34" charset="0"/>
              </a:rPr>
              <a:t>GSSP APPLICATION </a:t>
            </a:r>
          </a:p>
          <a:p>
            <a:endParaRPr lang="en-IN" sz="1500" dirty="0">
              <a:latin typeface="Calibri" panose="020F0502020204030204" pitchFamily="34" charset="0"/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High Level Workflow/Data flow (GSSP application)</a:t>
            </a:r>
          </a:p>
          <a:p>
            <a:pPr algn="ctr"/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User Journey (GSSP Application)</a:t>
            </a:r>
          </a:p>
          <a:p>
            <a:endParaRPr lang="en-IN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979373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2280</TotalTime>
  <Words>401</Words>
  <Application>Microsoft Office PowerPoint</Application>
  <PresentationFormat>Widescreen</PresentationFormat>
  <Paragraphs>47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Wingdings</vt:lpstr>
      <vt:lpstr>Wingdings 3</vt:lpstr>
      <vt:lpstr>Celestial</vt:lpstr>
      <vt:lpstr>BD GSSP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BDGSSP</dc:title>
  <dc:creator>Santhanam, Rekha</dc:creator>
  <cp:lastModifiedBy>Polsani, Vamshi</cp:lastModifiedBy>
  <cp:revision>24</cp:revision>
  <dcterms:created xsi:type="dcterms:W3CDTF">2022-10-30T09:21:22Z</dcterms:created>
  <dcterms:modified xsi:type="dcterms:W3CDTF">2022-11-08T12:31:22Z</dcterms:modified>
</cp:coreProperties>
</file>